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1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1" d="100"/>
          <a:sy n="71" d="100"/>
        </p:scale>
        <p:origin x="88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8BF4E5-C004-47F7-5498-E9AE536EE7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0C77337-277E-03CA-332E-F79E5DABDE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297A0A9-F88E-27DD-D2DB-8167F0F3E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67D51-4801-4B74-8B5D-1E80EBB5509E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2E26176-B64B-6700-F5B9-586AB2A53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1A35583-3608-E679-C06A-19F5B0C06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8A9C7-5AE1-4B39-A2B8-EEA56C1EF3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2793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96FBF7-60E7-E213-96EB-CBBD74C3B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2408770-EA4D-3AA3-2BBD-49471B2D66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9855A23-6AC6-60AD-0D61-73EEB2FF9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67D51-4801-4B74-8B5D-1E80EBB5509E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C4C1637-AB36-9BA5-3B34-2CB6E618F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FB7E0CE-1EF5-EA2F-E2E6-329708195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8A9C7-5AE1-4B39-A2B8-EEA56C1EF3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03716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17B9DC-4D1E-8240-0B98-9D34FE0B9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41208C1-75A9-D29B-466B-1DDE70BACB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F21C76D-D80E-B819-D39C-D0B69DEF7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67D51-4801-4B74-8B5D-1E80EBB5509E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C77395A-AA20-C552-AF98-0D7F0ABCF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E83ED22-2F02-B8D9-8500-EF9527224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8A9C7-5AE1-4B39-A2B8-EEA56C1EF3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87747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FDB49F-0353-398D-6D60-812F15622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4BCDE78-8FB7-7D70-5132-C851C52406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82A9C08-9B3C-5113-0187-19AF323149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0525FE2-DD9A-FBFE-3E51-091C13C3C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67D51-4801-4B74-8B5D-1E80EBB5509E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703913E-A0A5-83CE-D0C1-2C63F36D3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9F03205-E813-FF87-5340-CEA6AD3E4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8A9C7-5AE1-4B39-A2B8-EEA56C1EF3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17624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23E78D-82DB-1254-453C-1C9FAAE5A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7BB56BD-1ABA-6560-6FF0-44C0866FE5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53CFE31-8FC7-3CE2-1DB1-7F226D23B9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1F69130-934A-3AC1-FE31-40B7F5E678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EB6267C-DA7C-F522-0E99-92B7EF963B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7D44A03-A459-4A86-6C6B-894404008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67D51-4801-4B74-8B5D-1E80EBB5509E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93BAEE3-41E8-D675-5E4F-C7E12AD3B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7E52D18-022E-C8AA-3D4B-35386B0D0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8A9C7-5AE1-4B39-A2B8-EEA56C1EF3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5822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CEFB6D-4FF1-FB2B-4CC6-0E9A7FCF7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DA7FC2B-1AF1-D833-2295-44C4E8330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67D51-4801-4B74-8B5D-1E80EBB5509E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F939232-0AB2-CD55-AF94-E6287AD43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DFE8507-DE51-C499-C938-567AB80FD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8A9C7-5AE1-4B39-A2B8-EEA56C1EF3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9888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56F0DF6-568D-CC39-04F6-054E567DC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67D51-4801-4B74-8B5D-1E80EBB5509E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51A8853-547B-1D9C-B426-0B2070649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EB4D866-93BF-91EF-2011-423BCBADE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8A9C7-5AE1-4B39-A2B8-EEA56C1EF3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5863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9505F5-E5A1-485A-62F5-A68B9AD64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4DFAAC1-AEF4-7469-CD4E-5E9FD4761A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296AA64-D78D-EAEC-FF9F-7BE845B0EE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79A45DC-DFEA-D81C-BCFE-9AD736AFB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67D51-4801-4B74-8B5D-1E80EBB5509E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6117BE3-1C6A-89B2-8D59-6974BADF9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49229F5-3F20-DBB3-5213-2752B2F45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8A9C7-5AE1-4B39-A2B8-EEA56C1EF3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74030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1FD649-AB1B-F0F0-ECDA-250C382E8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2AC1FD4-C36B-8308-4368-F9FB8DBB11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AD3BACC-AF78-556F-612D-AD0F9BFCF7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FC51D4F-EFE0-400E-9E95-67E93FFB3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67D51-4801-4B74-8B5D-1E80EBB5509E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88F4746-11CB-6435-7635-3E4C09E5B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3BE4853-12D9-0D14-5D6C-C8B0110A6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8A9C7-5AE1-4B39-A2B8-EEA56C1EF3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12261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B55CB3-5288-AA64-59F8-E7160B9BA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A8EEB62-3B72-7A2A-C4B2-109CB911AA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D912605-4AA6-56AC-E533-694618E21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67D51-4801-4B74-8B5D-1E80EBB5509E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631D80-22C2-19B7-F9AA-116BAD6C1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654AC09-A6CD-F7AD-79D4-0866DCDEE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8A9C7-5AE1-4B39-A2B8-EEA56C1EF3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35099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3C15EE9-7784-D247-CE54-5DF5060DFF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6665C7C-8E49-3D3E-797A-07B12B31F4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C5149D7-2CF9-F6BA-7A7E-43D7ACD12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67D51-4801-4B74-8B5D-1E80EBB5509E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0C25461-9146-AAF3-C6AB-B39411C6A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2D21457-DD9B-1AF5-F289-AB8A747BC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8A9C7-5AE1-4B39-A2B8-EEA56C1EF3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3493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053FF31-EB4A-EEEC-0A9B-ABDEF0A7B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6E48C63-DE8B-0940-20D5-C901EB0DA8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68A6D67-7E0B-4D4F-1A81-7F285ACE37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867D51-4801-4B74-8B5D-1E80EBB5509E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9DB37A4-3D62-9D55-6074-8ABE5E8D17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662730B-4E15-7677-E9AC-46CB431B69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A8A9C7-5AE1-4B39-A2B8-EEA56C1EF3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85348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FBC93A-EBE3-1CE7-5700-CB70353AD3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UI</a:t>
            </a:r>
            <a:r>
              <a:rPr lang="ko-KR" altLang="en-US" dirty="0"/>
              <a:t> </a:t>
            </a:r>
            <a:r>
              <a:rPr lang="ko-KR" altLang="en-US" dirty="0" err="1"/>
              <a:t>목업</a:t>
            </a:r>
            <a:r>
              <a:rPr lang="ko-KR" altLang="en-US" dirty="0"/>
              <a:t> 초안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E818248-A020-31BB-8AD7-3F42A45615A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2023137043 </a:t>
            </a:r>
            <a:r>
              <a:rPr lang="ko-KR" altLang="en-US" dirty="0"/>
              <a:t>김민성</a:t>
            </a:r>
          </a:p>
        </p:txBody>
      </p:sp>
    </p:spTree>
    <p:extLst>
      <p:ext uri="{BB962C8B-B14F-4D97-AF65-F5344CB8AC3E}">
        <p14:creationId xmlns:p14="http://schemas.microsoft.com/office/powerpoint/2010/main" val="22554340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877594-B705-8FA7-AB06-ED3CCECDA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87C066C-274E-9FB6-B51B-1EB6C7D579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ko-KR" altLang="en-US" dirty="0"/>
              <a:t>타이틀 화면</a:t>
            </a:r>
            <a:endParaRPr lang="en-US" altLang="ko-KR" dirty="0"/>
          </a:p>
          <a:p>
            <a:pPr marL="514350" indent="-514350">
              <a:buAutoNum type="arabicPeriod"/>
            </a:pPr>
            <a:r>
              <a:rPr lang="ko-KR" altLang="en-US" dirty="0"/>
              <a:t>메인 화면</a:t>
            </a:r>
            <a:endParaRPr lang="en-US" altLang="ko-KR" dirty="0"/>
          </a:p>
          <a:p>
            <a:pPr marL="514350" indent="-514350">
              <a:buAutoNum type="arabicPeriod"/>
            </a:pPr>
            <a:r>
              <a:rPr lang="ko-KR" altLang="en-US" dirty="0"/>
              <a:t>업적관리</a:t>
            </a:r>
            <a:endParaRPr lang="en-US" altLang="ko-KR" dirty="0"/>
          </a:p>
          <a:p>
            <a:pPr marL="514350" indent="-514350">
              <a:buAutoNum type="arabicPeriod"/>
            </a:pPr>
            <a:r>
              <a:rPr lang="ko-KR" altLang="en-US" dirty="0"/>
              <a:t>전투 화면</a:t>
            </a:r>
            <a:endParaRPr lang="en-US" altLang="ko-KR" dirty="0"/>
          </a:p>
          <a:p>
            <a:pPr marL="514350" indent="-514350">
              <a:buAutoNum type="arabicPeriod"/>
            </a:pPr>
            <a:r>
              <a:rPr lang="ko-KR" altLang="en-US" dirty="0"/>
              <a:t>설정 화면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9556945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E7C9C9-1E9B-1098-3F33-EBF2BABE0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45B6BC2F-BD59-BC66-C444-0BFFAAF5E3ED}"/>
              </a:ext>
            </a:extLst>
          </p:cNvPr>
          <p:cNvSpPr/>
          <p:nvPr/>
        </p:nvSpPr>
        <p:spPr>
          <a:xfrm>
            <a:off x="760490" y="2378877"/>
            <a:ext cx="7899903" cy="3933023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0B1C521-DF5C-ADCF-0B0D-3EF096F6B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타이틀 화면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91D0E35-9A3F-DE0A-C491-E19B3B152F47}"/>
              </a:ext>
            </a:extLst>
          </p:cNvPr>
          <p:cNvSpPr/>
          <p:nvPr/>
        </p:nvSpPr>
        <p:spPr>
          <a:xfrm>
            <a:off x="6690507" y="3995015"/>
            <a:ext cx="1747319" cy="36213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start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8199785-1F46-4251-17E9-CF530D0A80F4}"/>
              </a:ext>
            </a:extLst>
          </p:cNvPr>
          <p:cNvSpPr/>
          <p:nvPr/>
        </p:nvSpPr>
        <p:spPr>
          <a:xfrm>
            <a:off x="6690507" y="4596268"/>
            <a:ext cx="1747319" cy="36213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option</a:t>
            </a:r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EB66772-0B6C-CABA-8F42-B7CF2B17C8AC}"/>
              </a:ext>
            </a:extLst>
          </p:cNvPr>
          <p:cNvSpPr/>
          <p:nvPr/>
        </p:nvSpPr>
        <p:spPr>
          <a:xfrm>
            <a:off x="6690507" y="5194503"/>
            <a:ext cx="1747319" cy="36213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quit</a:t>
            </a:r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0F383CD-6587-D031-8DAE-13BDD1D2F498}"/>
              </a:ext>
            </a:extLst>
          </p:cNvPr>
          <p:cNvSpPr/>
          <p:nvPr/>
        </p:nvSpPr>
        <p:spPr>
          <a:xfrm>
            <a:off x="958157" y="2596835"/>
            <a:ext cx="4555403" cy="8321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제목</a:t>
            </a:r>
          </a:p>
        </p:txBody>
      </p:sp>
    </p:spTree>
    <p:extLst>
      <p:ext uri="{BB962C8B-B14F-4D97-AF65-F5344CB8AC3E}">
        <p14:creationId xmlns:p14="http://schemas.microsoft.com/office/powerpoint/2010/main" val="23820572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ED4F4A-2577-A839-EA8E-29BED39A8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BB8BB6-4D6D-0154-B895-905FD3261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메인 화면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C382BF8-3346-FD78-A290-437981B79FD1}"/>
              </a:ext>
            </a:extLst>
          </p:cNvPr>
          <p:cNvSpPr/>
          <p:nvPr/>
        </p:nvSpPr>
        <p:spPr>
          <a:xfrm rot="19629732">
            <a:off x="3538157" y="1348038"/>
            <a:ext cx="4606854" cy="4580277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메인화면</a:t>
            </a:r>
            <a:r>
              <a:rPr lang="ko-KR" altLang="en-US" dirty="0"/>
              <a:t> 플랫폼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245F007-1305-8A4B-23F0-409E0CAFD9E5}"/>
              </a:ext>
            </a:extLst>
          </p:cNvPr>
          <p:cNvSpPr/>
          <p:nvPr/>
        </p:nvSpPr>
        <p:spPr>
          <a:xfrm rot="19629732">
            <a:off x="7530440" y="1452496"/>
            <a:ext cx="1307065" cy="7407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전투 시작</a:t>
            </a:r>
            <a:endParaRPr lang="en-US" altLang="ko-KR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B4217A8-FC84-7FA3-9B15-6040C91B19BA}"/>
              </a:ext>
            </a:extLst>
          </p:cNvPr>
          <p:cNvSpPr/>
          <p:nvPr/>
        </p:nvSpPr>
        <p:spPr>
          <a:xfrm rot="19467900">
            <a:off x="5389760" y="1221528"/>
            <a:ext cx="903645" cy="7407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설정</a:t>
            </a:r>
            <a:endParaRPr lang="en-US" altLang="ko-KR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F6A10FA-CD27-505B-1672-98CA2A3CA374}"/>
              </a:ext>
            </a:extLst>
          </p:cNvPr>
          <p:cNvSpPr/>
          <p:nvPr/>
        </p:nvSpPr>
        <p:spPr>
          <a:xfrm rot="19629732">
            <a:off x="2540471" y="4638176"/>
            <a:ext cx="1307065" cy="7407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타이틀로 돌아가기</a:t>
            </a:r>
            <a:endParaRPr lang="en-US" altLang="ko-KR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42AEB06-0E3A-4068-D0E5-16DAC2AA88ED}"/>
              </a:ext>
            </a:extLst>
          </p:cNvPr>
          <p:cNvSpPr/>
          <p:nvPr/>
        </p:nvSpPr>
        <p:spPr>
          <a:xfrm rot="19593409">
            <a:off x="3715156" y="2188203"/>
            <a:ext cx="1343161" cy="7407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업적 관리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8025582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6E179-CB7A-6896-2B01-3DCCBD7A2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53AFA7-5F08-284E-1695-B54C1E245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업적 관리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D985BED-A14C-110F-9A78-2FBFF49C8648}"/>
              </a:ext>
            </a:extLst>
          </p:cNvPr>
          <p:cNvSpPr/>
          <p:nvPr/>
        </p:nvSpPr>
        <p:spPr>
          <a:xfrm>
            <a:off x="3792573" y="1483840"/>
            <a:ext cx="4606854" cy="4580277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5291469-8865-50B2-6C64-7B199DB87D9C}"/>
              </a:ext>
            </a:extLst>
          </p:cNvPr>
          <p:cNvSpPr/>
          <p:nvPr/>
        </p:nvSpPr>
        <p:spPr>
          <a:xfrm>
            <a:off x="5725658" y="1483840"/>
            <a:ext cx="740683" cy="552070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업 적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E129F506-19C7-2776-A9B2-69DE245E47B9}"/>
              </a:ext>
            </a:extLst>
          </p:cNvPr>
          <p:cNvGrpSpPr/>
          <p:nvPr/>
        </p:nvGrpSpPr>
        <p:grpSpPr>
          <a:xfrm>
            <a:off x="3792573" y="2490809"/>
            <a:ext cx="3667482" cy="2883351"/>
            <a:chOff x="3792573" y="2542293"/>
            <a:chExt cx="4156370" cy="2883351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E42DC3DE-9638-3B7E-EEF3-B6E5B3BB1416}"/>
                </a:ext>
              </a:extLst>
            </p:cNvPr>
            <p:cNvSpPr/>
            <p:nvPr/>
          </p:nvSpPr>
          <p:spPr>
            <a:xfrm>
              <a:off x="3792573" y="2542293"/>
              <a:ext cx="4156370" cy="817249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/>
                <a:t>상세 내용</a:t>
              </a: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C9DB613-FA77-FAAF-E070-B62C26D57EA6}"/>
                </a:ext>
              </a:extLst>
            </p:cNvPr>
            <p:cNvSpPr/>
            <p:nvPr/>
          </p:nvSpPr>
          <p:spPr>
            <a:xfrm>
              <a:off x="3792573" y="3166720"/>
              <a:ext cx="4156370" cy="192822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/>
                <a:t>진행도</a:t>
              </a:r>
              <a:endParaRPr lang="ko-KR" altLang="en-US" sz="1000" dirty="0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3CC8A3BB-A212-1D5B-4CD6-DBE7AACC7049}"/>
                </a:ext>
              </a:extLst>
            </p:cNvPr>
            <p:cNvSpPr/>
            <p:nvPr/>
          </p:nvSpPr>
          <p:spPr>
            <a:xfrm>
              <a:off x="3792573" y="3575344"/>
              <a:ext cx="4156370" cy="817249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/>
                <a:t>상세 내용</a:t>
              </a: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1E3A734F-9E9A-66D9-0A29-EDEF2832CE2F}"/>
                </a:ext>
              </a:extLst>
            </p:cNvPr>
            <p:cNvSpPr/>
            <p:nvPr/>
          </p:nvSpPr>
          <p:spPr>
            <a:xfrm>
              <a:off x="3792573" y="4199771"/>
              <a:ext cx="4156370" cy="192822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/>
                <a:t>진행도</a:t>
              </a:r>
              <a:endParaRPr lang="ko-KR" altLang="en-US" sz="1000" dirty="0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2F7DB76E-FAAB-A9C8-71F4-59B1439D7A66}"/>
                </a:ext>
              </a:extLst>
            </p:cNvPr>
            <p:cNvSpPr/>
            <p:nvPr/>
          </p:nvSpPr>
          <p:spPr>
            <a:xfrm>
              <a:off x="3792573" y="4608395"/>
              <a:ext cx="4156370" cy="817249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/>
                <a:t>상세 내용</a:t>
              </a: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7656A9A7-8C88-6403-56B2-0A83BC0FA476}"/>
                </a:ext>
              </a:extLst>
            </p:cNvPr>
            <p:cNvSpPr/>
            <p:nvPr/>
          </p:nvSpPr>
          <p:spPr>
            <a:xfrm>
              <a:off x="3792573" y="5232822"/>
              <a:ext cx="4156370" cy="192822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/>
                <a:t>진행도</a:t>
              </a:r>
              <a:endParaRPr lang="ko-KR" altLang="en-US" sz="1000" dirty="0"/>
            </a:p>
          </p:txBody>
        </p:sp>
      </p:grp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87A35C0-C9AD-8695-F928-6792858AF270}"/>
              </a:ext>
            </a:extLst>
          </p:cNvPr>
          <p:cNvSpPr/>
          <p:nvPr/>
        </p:nvSpPr>
        <p:spPr>
          <a:xfrm>
            <a:off x="7658743" y="2501026"/>
            <a:ext cx="740683" cy="552070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완료 여부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45A352B-5C98-E2D4-86EE-BEF4FBD23491}"/>
              </a:ext>
            </a:extLst>
          </p:cNvPr>
          <p:cNvSpPr/>
          <p:nvPr/>
        </p:nvSpPr>
        <p:spPr>
          <a:xfrm>
            <a:off x="7658742" y="3528870"/>
            <a:ext cx="740683" cy="552070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완료 여부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A77ABB5-08F1-F429-B85B-2D9E1594B1DD}"/>
              </a:ext>
            </a:extLst>
          </p:cNvPr>
          <p:cNvSpPr/>
          <p:nvPr/>
        </p:nvSpPr>
        <p:spPr>
          <a:xfrm>
            <a:off x="7658741" y="4556714"/>
            <a:ext cx="740683" cy="552070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완료 여부</a:t>
            </a:r>
          </a:p>
        </p:txBody>
      </p:sp>
    </p:spTree>
    <p:extLst>
      <p:ext uri="{BB962C8B-B14F-4D97-AF65-F5344CB8AC3E}">
        <p14:creationId xmlns:p14="http://schemas.microsoft.com/office/powerpoint/2010/main" val="9789560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91BCFD-453D-842D-03B6-F3813A0BE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DD5CC9CA-080B-E211-3A64-586D2DDFD91D}"/>
              </a:ext>
            </a:extLst>
          </p:cNvPr>
          <p:cNvSpPr/>
          <p:nvPr/>
        </p:nvSpPr>
        <p:spPr>
          <a:xfrm>
            <a:off x="838200" y="1690688"/>
            <a:ext cx="7899903" cy="3933023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1FFB3E0-977E-F282-FF6A-0A9912E38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전투 화면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5A2810B-06AB-54FD-AF01-E5EA2A1C6E0B}"/>
              </a:ext>
            </a:extLst>
          </p:cNvPr>
          <p:cNvSpPr/>
          <p:nvPr/>
        </p:nvSpPr>
        <p:spPr>
          <a:xfrm>
            <a:off x="7276914" y="2658669"/>
            <a:ext cx="1441010" cy="19283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DDD97B5-3134-73BD-27E7-EB996F9CD04F}"/>
              </a:ext>
            </a:extLst>
          </p:cNvPr>
          <p:cNvSpPr/>
          <p:nvPr/>
        </p:nvSpPr>
        <p:spPr>
          <a:xfrm>
            <a:off x="838200" y="1690688"/>
            <a:ext cx="2203764" cy="4368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인벤토리 </a:t>
            </a:r>
            <a:r>
              <a:rPr lang="en-US" altLang="ko-KR" dirty="0"/>
              <a:t>UI</a:t>
            </a:r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5372E2C-1683-1A4F-1CB1-E796DE6A01BD}"/>
              </a:ext>
            </a:extLst>
          </p:cNvPr>
          <p:cNvSpPr/>
          <p:nvPr/>
        </p:nvSpPr>
        <p:spPr>
          <a:xfrm>
            <a:off x="838200" y="2816350"/>
            <a:ext cx="496429" cy="13591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체력</a:t>
            </a:r>
            <a:endParaRPr lang="en-US" altLang="ko-KR" dirty="0"/>
          </a:p>
          <a:p>
            <a:pPr algn="ctr"/>
            <a:r>
              <a:rPr lang="en-US" altLang="ko-KR" dirty="0"/>
              <a:t>(</a:t>
            </a:r>
            <a:r>
              <a:rPr lang="ko-KR" altLang="en-US" dirty="0"/>
              <a:t>바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B2CE6AF-1B7B-64F7-269B-609C7F79F6FC}"/>
              </a:ext>
            </a:extLst>
          </p:cNvPr>
          <p:cNvSpPr/>
          <p:nvPr/>
        </p:nvSpPr>
        <p:spPr>
          <a:xfrm>
            <a:off x="1334631" y="2816350"/>
            <a:ext cx="512275" cy="13591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경험치</a:t>
            </a:r>
            <a:endParaRPr lang="en-US" altLang="ko-KR" dirty="0"/>
          </a:p>
          <a:p>
            <a:pPr algn="ctr"/>
            <a:r>
              <a:rPr lang="en-US" altLang="ko-KR" dirty="0"/>
              <a:t>(</a:t>
            </a:r>
            <a:r>
              <a:rPr lang="ko-KR" altLang="en-US" dirty="0"/>
              <a:t>바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E417C58-69A1-39A7-41E7-86659329B543}"/>
              </a:ext>
            </a:extLst>
          </p:cNvPr>
          <p:cNvSpPr/>
          <p:nvPr/>
        </p:nvSpPr>
        <p:spPr>
          <a:xfrm>
            <a:off x="7997420" y="2816350"/>
            <a:ext cx="740683" cy="552070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수치 </a:t>
            </a:r>
            <a:r>
              <a:rPr lang="en-US" altLang="ko-KR" sz="1000" dirty="0"/>
              <a:t>text</a:t>
            </a:r>
            <a:endParaRPr lang="ko-KR" altLang="en-US" sz="1000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A53B3E7-77B4-1EDA-FB2B-E437FF3BDAA7}"/>
              </a:ext>
            </a:extLst>
          </p:cNvPr>
          <p:cNvSpPr/>
          <p:nvPr/>
        </p:nvSpPr>
        <p:spPr>
          <a:xfrm>
            <a:off x="7323879" y="3451972"/>
            <a:ext cx="626576" cy="552070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아이콘</a:t>
            </a:r>
            <a:endParaRPr lang="en-US" altLang="ko-KR" sz="1000" dirty="0"/>
          </a:p>
          <a:p>
            <a:pPr algn="ctr"/>
            <a:r>
              <a:rPr lang="en-US" altLang="ko-KR" sz="1000" dirty="0"/>
              <a:t>image</a:t>
            </a:r>
            <a:endParaRPr lang="ko-KR" altLang="en-US" sz="1000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C866C17-47D1-43FF-15AC-4B2582FD838E}"/>
              </a:ext>
            </a:extLst>
          </p:cNvPr>
          <p:cNvSpPr/>
          <p:nvPr/>
        </p:nvSpPr>
        <p:spPr>
          <a:xfrm>
            <a:off x="7997420" y="3462951"/>
            <a:ext cx="740683" cy="552070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수치 </a:t>
            </a:r>
            <a:r>
              <a:rPr lang="en-US" altLang="ko-KR" sz="1000" dirty="0"/>
              <a:t>text</a:t>
            </a:r>
            <a:endParaRPr lang="ko-KR" altLang="en-US" sz="1000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47146BB-2D3E-37ED-221F-C750634CD83D}"/>
              </a:ext>
            </a:extLst>
          </p:cNvPr>
          <p:cNvSpPr/>
          <p:nvPr/>
        </p:nvSpPr>
        <p:spPr>
          <a:xfrm>
            <a:off x="4352075" y="1690688"/>
            <a:ext cx="872151" cy="3191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웨이브 정보</a:t>
            </a:r>
            <a:r>
              <a:rPr lang="en-US" altLang="ko-KR" sz="1000" dirty="0"/>
              <a:t>text</a:t>
            </a:r>
            <a:endParaRPr lang="ko-KR" altLang="en-US" sz="1000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EE84C32-CEC3-EBF9-73DF-3758D0F65865}"/>
              </a:ext>
            </a:extLst>
          </p:cNvPr>
          <p:cNvSpPr/>
          <p:nvPr/>
        </p:nvSpPr>
        <p:spPr>
          <a:xfrm>
            <a:off x="4465431" y="2035081"/>
            <a:ext cx="645438" cy="4368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제한시간</a:t>
            </a:r>
            <a:endParaRPr lang="en-US" altLang="ko-KR" sz="1000" dirty="0"/>
          </a:p>
          <a:p>
            <a:pPr algn="ctr"/>
            <a:r>
              <a:rPr lang="en-US" altLang="ko-KR" sz="1000" dirty="0"/>
              <a:t>text</a:t>
            </a:r>
            <a:endParaRPr lang="ko-KR" altLang="en-US" sz="1000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5B0B501-9058-2E83-A9DD-68C2EB33911D}"/>
              </a:ext>
            </a:extLst>
          </p:cNvPr>
          <p:cNvSpPr/>
          <p:nvPr/>
        </p:nvSpPr>
        <p:spPr>
          <a:xfrm>
            <a:off x="7864632" y="1703866"/>
            <a:ext cx="872151" cy="3191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골드</a:t>
            </a:r>
            <a:r>
              <a:rPr lang="en-US" altLang="ko-KR" sz="1000" dirty="0"/>
              <a:t> text</a:t>
            </a:r>
            <a:endParaRPr lang="ko-KR" altLang="en-US" sz="1000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6B51891-BBFF-AC1E-51DD-1857EC75DBFF}"/>
              </a:ext>
            </a:extLst>
          </p:cNvPr>
          <p:cNvSpPr/>
          <p:nvPr/>
        </p:nvSpPr>
        <p:spPr>
          <a:xfrm>
            <a:off x="7323879" y="2779286"/>
            <a:ext cx="626576" cy="552070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아이콘</a:t>
            </a:r>
            <a:endParaRPr lang="en-US" altLang="ko-KR" sz="1000" dirty="0"/>
          </a:p>
          <a:p>
            <a:pPr algn="ctr"/>
            <a:r>
              <a:rPr lang="en-US" altLang="ko-KR" sz="1000" dirty="0"/>
              <a:t>image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28912453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30A5E9-D3A9-C069-BA84-84136814C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EA153D73-E298-7D99-F0E4-2D24A0793284}"/>
              </a:ext>
            </a:extLst>
          </p:cNvPr>
          <p:cNvSpPr/>
          <p:nvPr/>
        </p:nvSpPr>
        <p:spPr>
          <a:xfrm rot="5400000">
            <a:off x="3343384" y="2122707"/>
            <a:ext cx="4988404" cy="375193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9D0C09B-E87B-7FD6-F218-EDFFD711C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설정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73958BB-19F2-A360-6213-88A580B3C0A0}"/>
              </a:ext>
            </a:extLst>
          </p:cNvPr>
          <p:cNvSpPr/>
          <p:nvPr/>
        </p:nvSpPr>
        <p:spPr>
          <a:xfrm>
            <a:off x="4937156" y="2369152"/>
            <a:ext cx="2643612" cy="5083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사운드 설정 </a:t>
            </a:r>
            <a:r>
              <a:rPr lang="en-US" altLang="ko-KR" dirty="0"/>
              <a:t>slide</a:t>
            </a:r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F9A050C-477F-258B-FD8D-AB8F0B4CBCEB}"/>
              </a:ext>
            </a:extLst>
          </p:cNvPr>
          <p:cNvSpPr/>
          <p:nvPr/>
        </p:nvSpPr>
        <p:spPr>
          <a:xfrm>
            <a:off x="4937156" y="3102407"/>
            <a:ext cx="2643612" cy="5083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밝기 설정 </a:t>
            </a:r>
            <a:r>
              <a:rPr lang="en-US" altLang="ko-KR" dirty="0"/>
              <a:t>slide</a:t>
            </a:r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84FC312-0121-5B07-84E7-AE7EC559A077}"/>
              </a:ext>
            </a:extLst>
          </p:cNvPr>
          <p:cNvSpPr/>
          <p:nvPr/>
        </p:nvSpPr>
        <p:spPr>
          <a:xfrm>
            <a:off x="4106111" y="2369151"/>
            <a:ext cx="677501" cy="5083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아이콘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8B25627-F3D8-1EDA-EB48-0A03B6B8167D}"/>
              </a:ext>
            </a:extLst>
          </p:cNvPr>
          <p:cNvSpPr/>
          <p:nvPr/>
        </p:nvSpPr>
        <p:spPr>
          <a:xfrm>
            <a:off x="4106111" y="3102406"/>
            <a:ext cx="677501" cy="5083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아이콘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D16479E-FB47-A175-4DA6-78A605C6E610}"/>
              </a:ext>
            </a:extLst>
          </p:cNvPr>
          <p:cNvSpPr/>
          <p:nvPr/>
        </p:nvSpPr>
        <p:spPr>
          <a:xfrm>
            <a:off x="4515780" y="4543447"/>
            <a:ext cx="2643612" cy="5083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게임으로 돌아가기 버튼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7A31B3F-C4CC-B64F-B89F-DD63AA0EFF90}"/>
              </a:ext>
            </a:extLst>
          </p:cNvPr>
          <p:cNvSpPr/>
          <p:nvPr/>
        </p:nvSpPr>
        <p:spPr>
          <a:xfrm>
            <a:off x="4515780" y="5216510"/>
            <a:ext cx="2643612" cy="5083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메인 화면으로 돌아가기 버튼</a:t>
            </a:r>
          </a:p>
        </p:txBody>
      </p:sp>
    </p:spTree>
    <p:extLst>
      <p:ext uri="{BB962C8B-B14F-4D97-AF65-F5344CB8AC3E}">
        <p14:creationId xmlns:p14="http://schemas.microsoft.com/office/powerpoint/2010/main" val="12781914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94</Words>
  <Application>Microsoft Office PowerPoint</Application>
  <PresentationFormat>와이드스크린</PresentationFormat>
  <Paragraphs>53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맑은 고딕</vt:lpstr>
      <vt:lpstr>Arial</vt:lpstr>
      <vt:lpstr>Office 테마</vt:lpstr>
      <vt:lpstr>UI 목업 초안</vt:lpstr>
      <vt:lpstr>목차</vt:lpstr>
      <vt:lpstr>타이틀 화면</vt:lpstr>
      <vt:lpstr>메인 화면</vt:lpstr>
      <vt:lpstr>업적 관리</vt:lpstr>
      <vt:lpstr>전투 화면</vt:lpstr>
      <vt:lpstr>설정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김민성</dc:creator>
  <cp:lastModifiedBy>김민성</cp:lastModifiedBy>
  <cp:revision>10</cp:revision>
  <dcterms:created xsi:type="dcterms:W3CDTF">2025-09-09T16:23:57Z</dcterms:created>
  <dcterms:modified xsi:type="dcterms:W3CDTF">2025-11-17T14:36:27Z</dcterms:modified>
</cp:coreProperties>
</file>