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60" r:id="rId5"/>
    <p:sldId id="263" r:id="rId6"/>
    <p:sldId id="270" r:id="rId7"/>
    <p:sldId id="261" r:id="rId8"/>
    <p:sldId id="262" r:id="rId9"/>
    <p:sldId id="271" r:id="rId10"/>
    <p:sldId id="264" r:id="rId11"/>
    <p:sldId id="265" r:id="rId12"/>
    <p:sldId id="287" r:id="rId13"/>
    <p:sldId id="288" r:id="rId14"/>
    <p:sldId id="289" r:id="rId15"/>
    <p:sldId id="272" r:id="rId16"/>
    <p:sldId id="279" r:id="rId17"/>
    <p:sldId id="278" r:id="rId18"/>
    <p:sldId id="277" r:id="rId19"/>
    <p:sldId id="280" r:id="rId20"/>
    <p:sldId id="276" r:id="rId21"/>
    <p:sldId id="281" r:id="rId22"/>
    <p:sldId id="282" r:id="rId23"/>
    <p:sldId id="273" r:id="rId24"/>
    <p:sldId id="285" r:id="rId25"/>
    <p:sldId id="284" r:id="rId26"/>
    <p:sldId id="274" r:id="rId27"/>
    <p:sldId id="283" r:id="rId28"/>
    <p:sldId id="286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11867-1AA2-D747-304B-700B1D1E6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A10456-1B4F-62D6-99CF-CE69A20D3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26CDEA-8F43-BF7F-3083-5660E3AEB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28D1A-667A-4864-8F9B-E12733353633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A87E2F-7B41-0941-88E9-8849A2C46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771914-4D81-E346-F99E-857D10309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911-58FE-42ED-8EBD-DE35234CB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415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C1C91E-8A85-B52C-4445-DDA45A878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16E234-B54C-0549-7AAE-7DB6AE95A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9A8D0-A2E1-FA5E-32ED-6A7A9D604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28D1A-667A-4864-8F9B-E12733353633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3AF26B-E777-7C36-9509-5B228C7EB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BE2D76-C809-88A6-E50C-B362E7181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911-58FE-42ED-8EBD-DE35234CB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765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780587-60D3-969C-EA62-59E750813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BF60A6-2B9C-E902-CC06-55E3C8207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40CF90-26C8-F2E1-7A88-07590893E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28D1A-667A-4864-8F9B-E12733353633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5C5F35-3D33-873A-CE09-0B33F259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CBA928-514A-4853-756C-958AEBCD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911-58FE-42ED-8EBD-DE35234CB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267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329881-421A-22FE-00A1-1FCA644C9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E31FD3-8EAA-4C0C-4672-DC65BF4DBF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510200-3A2E-997D-E254-FF1DFFAB8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76B939-C3EC-29E5-AF8C-3EC0FC29F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28D1A-667A-4864-8F9B-E12733353633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1EA273-EA3D-3FBC-2FDA-AA8AB0B65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06EEFC-4A09-2BCD-7557-61579299F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911-58FE-42ED-8EBD-DE35234CB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55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37B7E-2A6E-7B1A-214F-9B0B0B4FE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60FD8B-E54F-A1F3-4E6B-E0516F114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949473-4BC6-C6EB-1CAF-275CB3C4F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4E410B7-CD6D-E293-6457-2B9D5A338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2FC03F-A860-B6EA-DD5A-32B3CFA2C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BE29242-B406-2E56-3F77-EFD29D28C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28D1A-667A-4864-8F9B-E12733353633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136CE68-91E5-2BB7-2F74-8ABEE9C7D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F390CFB-0DCE-8867-7C2F-AD3EEBD7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911-58FE-42ED-8EBD-DE35234CB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43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CFC3A-A991-B988-0CEB-4F911CD53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B203FD7-060B-7C1E-6F74-70614DFA5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28D1A-667A-4864-8F9B-E12733353633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353D7E-2451-FDDF-2F85-DEB4101C4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D9DB14-079F-578D-E3CF-DFA0A98A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911-58FE-42ED-8EBD-DE35234CB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246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5A1E3F2-D703-BBC1-468D-A8C3C4BF1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28D1A-667A-4864-8F9B-E12733353633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C6D6FA-F91A-C072-461E-515A7C592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95BC0A-7B36-A2BF-18EF-577E0E3D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911-58FE-42ED-8EBD-DE35234CB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579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B9BF2-2A06-DD28-7AEB-15544BF3D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A118A2-5B25-CBCD-BB19-132F7CA4B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38D4E6-5235-2227-86EE-E1B1FC4B1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A9CA01-4448-7F7D-3940-EE6AAC30D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28D1A-667A-4864-8F9B-E12733353633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C8FFBC-EDA6-CF27-FB7B-8127103EC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EE034B-158F-62CF-C96F-4DD00D3DC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911-58FE-42ED-8EBD-DE35234CB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202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E9A555-8FC5-1E07-D895-DAC1EB2BF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1B59D88-6132-FBB7-309B-E96782C9BB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1D2AE6-A8D6-632D-AF85-68384E4BA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67411A-6F30-6F41-0FAF-734FE3D41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28D1A-667A-4864-8F9B-E12733353633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1B90E2-1979-12B9-3E78-193F9666E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AAB2D5-5D82-5296-56B2-9EEA6B6E6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911-58FE-42ED-8EBD-DE35234CB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1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628D74-651E-D7CC-5FCB-59797000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EBFB80-FCD6-A307-8337-F4E9EC8ED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5E9575-A73D-F550-C4F4-506470812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28D1A-667A-4864-8F9B-E12733353633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33B7FB-BDFD-8966-EDD5-E75061591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7518E9-5979-5626-F5D8-69FB5B6B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911-58FE-42ED-8EBD-DE35234CB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250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3B36918-2AC3-9C8F-75ED-5F11F782CD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5E60B6A-4643-3A27-5B39-3C45AA87D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E1CC91-E813-AFDB-86E6-2F8D86770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28D1A-667A-4864-8F9B-E12733353633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C3CB97-8031-129F-BADB-0343678C4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436547-B503-26C8-3461-442E379CE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5911-58FE-42ED-8EBD-DE35234CB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090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136360-1A2F-27DD-BC98-0A32A3EF9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A2C3D1-D5D0-CE02-E437-C55BAE657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41B23E-D6E7-296F-F755-C3907DF1FB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328D1A-667A-4864-8F9B-E12733353633}" type="datetimeFigureOut">
              <a:rPr lang="ko-KR" altLang="en-US" smtClean="0"/>
              <a:t>2025-11-10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169929-B7EF-8C22-7A11-A40A30FD26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47A770-DD9D-6AC9-6A5B-211900AC4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E5911-58FE-42ED-8EBD-DE35234CB4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66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B6C7F9-8398-75C8-B460-C71D96B71C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컨텐츠 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A90ACD6-FB23-72DD-11F3-8543B97AB8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2023137043 </a:t>
            </a:r>
            <a:r>
              <a:rPr lang="ko-KR" altLang="en-US" dirty="0"/>
              <a:t>김민성</a:t>
            </a:r>
          </a:p>
        </p:txBody>
      </p:sp>
    </p:spTree>
    <p:extLst>
      <p:ext uri="{BB962C8B-B14F-4D97-AF65-F5344CB8AC3E}">
        <p14:creationId xmlns:p14="http://schemas.microsoft.com/office/powerpoint/2010/main" val="2069033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A19F71-A498-CF8D-BD30-0365E9A51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D553C5-24A3-8144-5E7D-647551936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/>
              <a:t>스킬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장애물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돌발 이벤트</a:t>
            </a: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보스 전투</a:t>
            </a:r>
          </a:p>
        </p:txBody>
      </p:sp>
    </p:spTree>
    <p:extLst>
      <p:ext uri="{BB962C8B-B14F-4D97-AF65-F5344CB8AC3E}">
        <p14:creationId xmlns:p14="http://schemas.microsoft.com/office/powerpoint/2010/main" val="151301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C41F3-43E4-3CD7-D832-1E30C144D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FF4240-94D3-7CE5-2979-56B7987D3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일반 스킬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차지 스킬</a:t>
            </a:r>
          </a:p>
        </p:txBody>
      </p:sp>
    </p:spTree>
    <p:extLst>
      <p:ext uri="{BB962C8B-B14F-4D97-AF65-F5344CB8AC3E}">
        <p14:creationId xmlns:p14="http://schemas.microsoft.com/office/powerpoint/2010/main" val="1202650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950FEF-A38E-23D9-482A-A15CFEDC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DAB4C7-4DE1-869A-C299-F0003BC4BA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일반 스킬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sz="1800" dirty="0"/>
              <a:t>정의</a:t>
            </a:r>
            <a:r>
              <a:rPr lang="en-US" altLang="ko-KR" sz="1800" dirty="0"/>
              <a:t>: </a:t>
            </a:r>
            <a:r>
              <a:rPr lang="ko-KR" altLang="en-US" sz="1800" dirty="0"/>
              <a:t>전투 시 사용할 수 있는 짧은 쿨 타임의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    </a:t>
            </a:r>
            <a:r>
              <a:rPr lang="ko-KR" altLang="en-US" sz="1800" dirty="0"/>
              <a:t> 스킬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설명</a:t>
            </a:r>
            <a:r>
              <a:rPr lang="en-US" altLang="ko-KR" sz="1800" dirty="0"/>
              <a:t>: </a:t>
            </a:r>
            <a:r>
              <a:rPr lang="ko-KR" altLang="en-US" sz="1800" dirty="0"/>
              <a:t>스킬에는 각자 다른 쿨 타임이 있으며</a:t>
            </a:r>
            <a:r>
              <a:rPr lang="en-US" altLang="ko-KR" sz="1800" dirty="0"/>
              <a:t>,</a:t>
            </a:r>
          </a:p>
          <a:p>
            <a:pPr marL="0" indent="0">
              <a:buNone/>
            </a:pPr>
            <a:r>
              <a:rPr lang="ko-KR" altLang="en-US" sz="1800" dirty="0"/>
              <a:t>사용 후 쿨 타임이 모두 지나야 재사용 가능하다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종류</a:t>
            </a:r>
            <a:r>
              <a:rPr lang="en-US" altLang="ko-KR" sz="1800" dirty="0"/>
              <a:t>:</a:t>
            </a:r>
            <a:r>
              <a:rPr lang="ko-KR" altLang="en-US" sz="1800" dirty="0"/>
              <a:t> 근거리 캐릭터 </a:t>
            </a:r>
            <a:r>
              <a:rPr lang="en-US" altLang="ko-KR" sz="1800" dirty="0"/>
              <a:t>- </a:t>
            </a:r>
            <a:r>
              <a:rPr lang="ko-KR" altLang="en-US" sz="1800" dirty="0"/>
              <a:t>전투무장 보급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       </a:t>
            </a:r>
            <a:r>
              <a:rPr lang="ko-KR" altLang="en-US" sz="1800" dirty="0"/>
              <a:t>원거리 캐릭터</a:t>
            </a:r>
            <a:r>
              <a:rPr lang="en-US" altLang="ko-KR" sz="1800" dirty="0"/>
              <a:t> – </a:t>
            </a:r>
            <a:r>
              <a:rPr lang="ko-KR" altLang="en-US" sz="1800" dirty="0"/>
              <a:t>신경 교란</a:t>
            </a:r>
            <a:endParaRPr lang="en-US" altLang="ko-KR" sz="1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41A7C8A-B85C-F7EB-1E47-B024C4B8A2D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차지 스킬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sz="1800" dirty="0"/>
              <a:t>정의</a:t>
            </a:r>
            <a:r>
              <a:rPr lang="en-US" altLang="ko-KR" sz="1800" dirty="0"/>
              <a:t>: </a:t>
            </a:r>
            <a:r>
              <a:rPr lang="ko-KR" altLang="en-US" sz="1800" dirty="0"/>
              <a:t>전투 중 전략적으로 사용하는 강력한 스킬이다</a:t>
            </a:r>
            <a:r>
              <a:rPr lang="en-US" altLang="ko-KR" sz="1800" dirty="0"/>
              <a:t>. </a:t>
            </a:r>
            <a:r>
              <a:rPr lang="ko-KR" altLang="en-US" sz="1800" dirty="0"/>
              <a:t>전투 전 플레이어의 선택에 따라 교체 가능하다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설명</a:t>
            </a:r>
            <a:r>
              <a:rPr lang="en-US" altLang="ko-KR" sz="1800" dirty="0"/>
              <a:t>: </a:t>
            </a:r>
            <a:r>
              <a:rPr lang="ko-KR" altLang="en-US" sz="1800" dirty="0"/>
              <a:t>사용 하기 위해 특수한 게이지에 에너지를 충전해야 하며 게이지의 충전 비율이 </a:t>
            </a:r>
            <a:r>
              <a:rPr lang="en-US" altLang="ko-KR" sz="1800" dirty="0"/>
              <a:t>100%</a:t>
            </a:r>
            <a:r>
              <a:rPr lang="ko-KR" altLang="en-US" sz="1800" dirty="0"/>
              <a:t>가 되어야 사용할 수 있다</a:t>
            </a:r>
            <a:r>
              <a:rPr lang="en-US" altLang="ko-KR" sz="1800" dirty="0"/>
              <a:t>. </a:t>
            </a:r>
            <a:r>
              <a:rPr lang="ko-KR" altLang="en-US" sz="1800" dirty="0"/>
              <a:t>이 때 게이지의 총량은 모두 다르다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제약</a:t>
            </a:r>
            <a:r>
              <a:rPr lang="en-US" altLang="ko-KR" sz="1800" dirty="0"/>
              <a:t>: </a:t>
            </a:r>
            <a:r>
              <a:rPr lang="ko-KR" altLang="en-US" sz="1800" dirty="0"/>
              <a:t>사용 시 에너지를 모두 소비하며 재사용 하려면 게이지를 충전해야 한다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종류</a:t>
            </a:r>
            <a:r>
              <a:rPr lang="en-US" altLang="ko-KR" sz="1800" dirty="0"/>
              <a:t>: DB</a:t>
            </a:r>
            <a:r>
              <a:rPr lang="ko-KR" altLang="en-US" sz="1800" dirty="0"/>
              <a:t>에 추가할 예정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702561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77DFC8-826D-4D97-A930-BF35642EC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스킬 플로우 차트</a:t>
            </a:r>
          </a:p>
        </p:txBody>
      </p:sp>
      <p:pic>
        <p:nvPicPr>
          <p:cNvPr id="5" name="내용 개체 틀 4" descr="스크린샷, 텍스트, 폰트, 사각형이(가) 표시된 사진">
            <a:extLst>
              <a:ext uri="{FF2B5EF4-FFF2-40B4-BE49-F238E27FC236}">
                <a16:creationId xmlns:a16="http://schemas.microsoft.com/office/drawing/2014/main" id="{6771CEF0-B4F2-565C-F3C2-F03FBC2953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08" y="2333338"/>
            <a:ext cx="11943184" cy="3114547"/>
          </a:xfrm>
        </p:spPr>
      </p:pic>
    </p:spTree>
    <p:extLst>
      <p:ext uri="{BB962C8B-B14F-4D97-AF65-F5344CB8AC3E}">
        <p14:creationId xmlns:p14="http://schemas.microsoft.com/office/powerpoint/2010/main" val="2315363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8FA768-F0C5-0BF6-15C6-974770DE4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 스킬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0E01B7-FAEE-415C-2F34-D5740827F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349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C34F4-C1F6-535D-777A-8E884C5D3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113169"/>
            <a:ext cx="3932237" cy="1600200"/>
          </a:xfrm>
        </p:spPr>
        <p:txBody>
          <a:bodyPr/>
          <a:lstStyle/>
          <a:p>
            <a:r>
              <a:rPr lang="ko-KR" altLang="en-US" dirty="0"/>
              <a:t>일반 스킬</a:t>
            </a:r>
            <a:r>
              <a:rPr lang="en-US" altLang="ko-KR" dirty="0"/>
              <a:t> - </a:t>
            </a:r>
            <a:r>
              <a:rPr lang="ko-KR" altLang="en-US" dirty="0"/>
              <a:t>근거리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5969D9C-A21E-4C42-654A-FB1088682118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C3603D-216D-1B6A-0F81-F3B91127E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640940"/>
            <a:ext cx="3932237" cy="4220109"/>
          </a:xfrm>
        </p:spPr>
        <p:txBody>
          <a:bodyPr/>
          <a:lstStyle/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/>
              <a:t>전투 무장 보급</a:t>
            </a:r>
            <a:endParaRPr lang="en-US" altLang="ko-KR" dirty="0"/>
          </a:p>
          <a:p>
            <a:r>
              <a:rPr lang="ko-KR" altLang="en-US" dirty="0"/>
              <a:t>설명</a:t>
            </a:r>
            <a:r>
              <a:rPr lang="en-US" altLang="ko-KR" dirty="0"/>
              <a:t>: </a:t>
            </a:r>
            <a:r>
              <a:rPr lang="ko-KR" altLang="en-US" dirty="0"/>
              <a:t>전투 중 빠르게 무장을 보급받는다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상세</a:t>
            </a:r>
            <a:r>
              <a:rPr lang="en-US" altLang="ko-KR" dirty="0"/>
              <a:t>: </a:t>
            </a:r>
            <a:r>
              <a:rPr lang="ko-KR" altLang="en-US" dirty="0"/>
              <a:t>체력 대신 피해를 먼저 입는 보호막을 최대 체력의 </a:t>
            </a:r>
            <a:r>
              <a:rPr lang="en-US" altLang="ko-KR" dirty="0"/>
              <a:t>n%</a:t>
            </a:r>
            <a:r>
              <a:rPr lang="ko-KR" altLang="en-US" dirty="0"/>
              <a:t> 얻는다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보호막을 유지하는 동안 플레이의 공격력이 </a:t>
            </a:r>
            <a:r>
              <a:rPr lang="en-US" altLang="ko-KR" dirty="0"/>
              <a:t>m% </a:t>
            </a:r>
            <a:r>
              <a:rPr lang="ko-KR" altLang="en-US" dirty="0"/>
              <a:t>증가하며 보호막이 파괴 될 때 증가 효과가 종료된다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쿨 타임</a:t>
            </a:r>
            <a:r>
              <a:rPr lang="en-US" altLang="ko-KR" dirty="0"/>
              <a:t>: 20s</a:t>
            </a:r>
          </a:p>
          <a:p>
            <a:endParaRPr lang="en-US" altLang="ko-KR" dirty="0"/>
          </a:p>
          <a:p>
            <a:r>
              <a:rPr lang="ko-KR" altLang="en-US" dirty="0"/>
              <a:t>시전 애니메이션</a:t>
            </a:r>
            <a:r>
              <a:rPr lang="en-US" altLang="ko-KR" dirty="0"/>
              <a:t>: </a:t>
            </a:r>
            <a:r>
              <a:rPr lang="ko-KR" altLang="en-US" dirty="0"/>
              <a:t>약간 위로 뛰어오르며</a:t>
            </a:r>
            <a:r>
              <a:rPr lang="en-US" altLang="ko-KR" dirty="0"/>
              <a:t> </a:t>
            </a:r>
            <a:r>
              <a:rPr lang="ko-KR" altLang="en-US" dirty="0"/>
              <a:t>오른쪽 팔을 들어올린다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6914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5568D-E1DC-C816-A6C8-52A58157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E702A-BC0E-6462-333D-A37F643E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-104115"/>
            <a:ext cx="3932237" cy="1600200"/>
          </a:xfrm>
        </p:spPr>
        <p:txBody>
          <a:bodyPr/>
          <a:lstStyle/>
          <a:p>
            <a:r>
              <a:rPr lang="ko-KR" altLang="en-US" dirty="0"/>
              <a:t>일반 스킬</a:t>
            </a:r>
            <a:r>
              <a:rPr lang="en-US" altLang="ko-KR" dirty="0"/>
              <a:t> - </a:t>
            </a:r>
            <a:r>
              <a:rPr lang="ko-KR" altLang="en-US" dirty="0"/>
              <a:t>원거리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BA518B-E0F9-9E96-59DF-F90A114B4171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AEBF2B-6D15-9C83-DD21-9D8A5CA45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631886"/>
            <a:ext cx="3932237" cy="4229163"/>
          </a:xfrm>
        </p:spPr>
        <p:txBody>
          <a:bodyPr>
            <a:normAutofit/>
          </a:bodyPr>
          <a:lstStyle/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/>
              <a:t>신경 교란</a:t>
            </a:r>
            <a:endParaRPr lang="en-US" altLang="ko-KR" dirty="0"/>
          </a:p>
          <a:p>
            <a:r>
              <a:rPr lang="ko-KR" altLang="en-US" dirty="0"/>
              <a:t>설명</a:t>
            </a:r>
            <a:r>
              <a:rPr lang="en-US" altLang="ko-KR" dirty="0"/>
              <a:t>: </a:t>
            </a:r>
            <a:r>
              <a:rPr lang="ko-KR" altLang="en-US" dirty="0"/>
              <a:t>무기에서 전자기파를 발생시켜 적들을 교란한다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상세</a:t>
            </a:r>
            <a:r>
              <a:rPr lang="en-US" altLang="ko-KR" dirty="0"/>
              <a:t>: </a:t>
            </a:r>
            <a:r>
              <a:rPr lang="ko-KR" altLang="en-US" dirty="0"/>
              <a:t>플레이어를 중심으로 반경이 </a:t>
            </a:r>
            <a:r>
              <a:rPr lang="en-US" altLang="ko-KR" dirty="0"/>
              <a:t>n</a:t>
            </a:r>
            <a:r>
              <a:rPr lang="ko-KR" altLang="en-US" dirty="0"/>
              <a:t>인 원형범위에 전자기파를 내보내 공격한다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전자기파에 피격된 적은 </a:t>
            </a:r>
            <a:r>
              <a:rPr lang="en-US" altLang="ko-KR" dirty="0"/>
              <a:t>1</a:t>
            </a:r>
            <a:r>
              <a:rPr lang="ko-KR" altLang="en-US" dirty="0"/>
              <a:t>초간 경직되며 경직이 끝난 후 </a:t>
            </a:r>
            <a:r>
              <a:rPr lang="en-US" altLang="ko-KR" dirty="0"/>
              <a:t>2</a:t>
            </a:r>
            <a:r>
              <a:rPr lang="ko-KR" altLang="en-US" dirty="0"/>
              <a:t>초간 이동속도가 </a:t>
            </a:r>
            <a:r>
              <a:rPr lang="en-US" altLang="ko-KR" dirty="0"/>
              <a:t>10% </a:t>
            </a:r>
            <a:r>
              <a:rPr lang="ko-KR" altLang="en-US" dirty="0"/>
              <a:t>감소한다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쿨 타임</a:t>
            </a:r>
            <a:r>
              <a:rPr lang="en-US" altLang="ko-KR" dirty="0"/>
              <a:t>: 15s</a:t>
            </a:r>
          </a:p>
          <a:p>
            <a:endParaRPr lang="en-US" altLang="ko-KR" dirty="0"/>
          </a:p>
          <a:p>
            <a:r>
              <a:rPr lang="ko-KR" altLang="en-US" dirty="0"/>
              <a:t>시전 애니메이션</a:t>
            </a:r>
            <a:r>
              <a:rPr lang="en-US" altLang="ko-KR" dirty="0"/>
              <a:t>: </a:t>
            </a:r>
            <a:r>
              <a:rPr lang="ko-KR" altLang="en-US" dirty="0"/>
              <a:t>원거리 무기</a:t>
            </a:r>
            <a:r>
              <a:rPr lang="en-US" altLang="ko-KR" dirty="0"/>
              <a:t>(</a:t>
            </a:r>
            <a:r>
              <a:rPr lang="ko-KR" altLang="en-US" dirty="0" err="1"/>
              <a:t>드론</a:t>
            </a:r>
            <a:r>
              <a:rPr lang="en-US" altLang="ko-KR" dirty="0"/>
              <a:t>)</a:t>
            </a:r>
            <a:r>
              <a:rPr lang="ko-KR" altLang="en-US" dirty="0"/>
              <a:t>이 플레이어 머리 위로 이동 후 제자리에서 </a:t>
            </a:r>
            <a:r>
              <a:rPr lang="en-US" altLang="ko-KR" dirty="0"/>
              <a:t>0.5</a:t>
            </a:r>
            <a:r>
              <a:rPr lang="ko-KR" altLang="en-US" dirty="0"/>
              <a:t>초간 진동하듯 흔들리며 위로 빠르게 올라간다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53447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B96A7-34FF-AB03-4B67-68A837439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EDC66-3D60-6659-9A8B-6452D8D4E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차지 스킬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93DB76-168F-69B6-10D6-31F2C1D51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계속 추가할 예정</a:t>
            </a:r>
          </a:p>
        </p:txBody>
      </p:sp>
    </p:spTree>
    <p:extLst>
      <p:ext uri="{BB962C8B-B14F-4D97-AF65-F5344CB8AC3E}">
        <p14:creationId xmlns:p14="http://schemas.microsoft.com/office/powerpoint/2010/main" val="1683168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BA379-9464-135E-7D39-05218628D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901D8-C9DD-6A4F-71BB-63404C50F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-113169"/>
            <a:ext cx="3932237" cy="1600200"/>
          </a:xfrm>
        </p:spPr>
        <p:txBody>
          <a:bodyPr/>
          <a:lstStyle/>
          <a:p>
            <a:r>
              <a:rPr lang="ko-KR" altLang="en-US" dirty="0"/>
              <a:t>차지 스킬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1050AA-E73B-E3F0-848D-996C02A57202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045806-2A78-F5FA-D72E-557485598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622832"/>
            <a:ext cx="3932237" cy="4238217"/>
          </a:xfrm>
        </p:spPr>
        <p:txBody>
          <a:bodyPr>
            <a:normAutofit/>
          </a:bodyPr>
          <a:lstStyle/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/>
              <a:t>펄스 과부화</a:t>
            </a:r>
            <a:endParaRPr lang="en-US" altLang="ko-KR" dirty="0"/>
          </a:p>
          <a:p>
            <a:r>
              <a:rPr lang="ko-KR" altLang="en-US" dirty="0"/>
              <a:t>설명</a:t>
            </a:r>
            <a:r>
              <a:rPr lang="en-US" altLang="ko-KR" dirty="0"/>
              <a:t>: </a:t>
            </a:r>
            <a:r>
              <a:rPr lang="ko-KR" altLang="en-US" dirty="0"/>
              <a:t>펄스를 과부화 시켜 장비를 강화하고 강화된 공격을 시전한다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상세</a:t>
            </a:r>
            <a:r>
              <a:rPr lang="en-US" altLang="ko-KR" dirty="0"/>
              <a:t>: </a:t>
            </a:r>
            <a:r>
              <a:rPr lang="ko-KR" altLang="en-US" dirty="0"/>
              <a:t>모든 </a:t>
            </a:r>
            <a:r>
              <a:rPr lang="ko-KR" altLang="en-US" dirty="0" err="1"/>
              <a:t>스탯이</a:t>
            </a:r>
            <a:r>
              <a:rPr lang="ko-KR" altLang="en-US" dirty="0"/>
              <a:t> </a:t>
            </a:r>
            <a:r>
              <a:rPr lang="en-US" altLang="ko-KR" dirty="0"/>
              <a:t>1.2</a:t>
            </a:r>
            <a:r>
              <a:rPr lang="ko-KR" altLang="en-US" dirty="0"/>
              <a:t>배 증가하고 일반 공격이 강화된다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근거리 </a:t>
            </a:r>
            <a:r>
              <a:rPr lang="en-US" altLang="ko-KR" dirty="0"/>
              <a:t>– </a:t>
            </a:r>
            <a:r>
              <a:rPr lang="ko-KR" altLang="en-US" dirty="0"/>
              <a:t>일반 공격 시 직선방향으로 </a:t>
            </a:r>
            <a:r>
              <a:rPr lang="en-US" altLang="ko-KR" dirty="0"/>
              <a:t>n</a:t>
            </a:r>
            <a:r>
              <a:rPr lang="ko-KR" altLang="en-US" dirty="0"/>
              <a:t> 만큼의 범위를 광역 공격한다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원거리 </a:t>
            </a:r>
            <a:r>
              <a:rPr lang="en-US" altLang="ko-KR" dirty="0"/>
              <a:t>– </a:t>
            </a:r>
            <a:r>
              <a:rPr lang="ko-KR" altLang="en-US" dirty="0"/>
              <a:t>일반 공격이</a:t>
            </a:r>
            <a:r>
              <a:rPr lang="en-US" altLang="ko-KR" dirty="0"/>
              <a:t> </a:t>
            </a:r>
            <a:r>
              <a:rPr lang="ko-KR" altLang="en-US" dirty="0"/>
              <a:t>적을 타격할 시 타격한 적을 기준으로 반경</a:t>
            </a:r>
            <a:r>
              <a:rPr lang="en-US" altLang="ko-KR" dirty="0"/>
              <a:t>m</a:t>
            </a:r>
            <a:r>
              <a:rPr lang="ko-KR" altLang="en-US" dirty="0"/>
              <a:t>의 원형 범위에 폭발을 일으킨다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에너지 총량</a:t>
            </a:r>
            <a:r>
              <a:rPr lang="en-US" altLang="ko-KR" dirty="0"/>
              <a:t>: 150</a:t>
            </a:r>
          </a:p>
          <a:p>
            <a:endParaRPr lang="en-US" altLang="ko-KR" dirty="0"/>
          </a:p>
          <a:p>
            <a:r>
              <a:rPr lang="ko-KR" altLang="en-US" dirty="0"/>
              <a:t>애니메이션</a:t>
            </a:r>
            <a:r>
              <a:rPr lang="en-US" altLang="ko-K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918171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B418D-514B-9013-CD29-744304BB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F0856B-D8BB-E449-FC33-B95424A11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-190123"/>
            <a:ext cx="3932237" cy="1600200"/>
          </a:xfrm>
        </p:spPr>
        <p:txBody>
          <a:bodyPr/>
          <a:lstStyle/>
          <a:p>
            <a:r>
              <a:rPr lang="ko-KR" altLang="en-US" dirty="0"/>
              <a:t>차지 스킬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1A088F-3E45-F7F8-3DF8-8A3A0E1862F9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F2D6C2-78A8-FC4E-8C56-1A8AEB1F5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1" y="1518443"/>
            <a:ext cx="3932237" cy="3811588"/>
          </a:xfrm>
        </p:spPr>
        <p:txBody>
          <a:bodyPr/>
          <a:lstStyle/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 err="1"/>
              <a:t>바이탈</a:t>
            </a:r>
            <a:r>
              <a:rPr lang="ko-KR" altLang="en-US" dirty="0"/>
              <a:t> 증폭</a:t>
            </a:r>
            <a:endParaRPr lang="en-US" altLang="ko-KR" dirty="0"/>
          </a:p>
          <a:p>
            <a:r>
              <a:rPr lang="ko-KR" altLang="en-US" dirty="0"/>
              <a:t>설명</a:t>
            </a:r>
            <a:r>
              <a:rPr lang="en-US" altLang="ko-KR" dirty="0"/>
              <a:t>: </a:t>
            </a:r>
            <a:r>
              <a:rPr lang="ko-KR" altLang="en-US" dirty="0"/>
              <a:t>플레이어의 체력을 모두 회복한다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상세</a:t>
            </a:r>
            <a:r>
              <a:rPr lang="en-US" altLang="ko-KR" dirty="0"/>
              <a:t>: </a:t>
            </a:r>
            <a:r>
              <a:rPr lang="ko-KR" altLang="en-US" dirty="0"/>
              <a:t>플레이어의 현재 체력에서 플레이어 체력의 </a:t>
            </a:r>
            <a:r>
              <a:rPr lang="en-US" altLang="ko-KR" dirty="0"/>
              <a:t>100% </a:t>
            </a:r>
            <a:r>
              <a:rPr lang="ko-KR" altLang="en-US" dirty="0"/>
              <a:t>만큼 회복하며 초과분은</a:t>
            </a:r>
            <a:br>
              <a:rPr lang="en-US" altLang="ko-KR" dirty="0"/>
            </a:br>
            <a:r>
              <a:rPr lang="ko-KR" altLang="en-US" dirty="0"/>
              <a:t>보호막으로 전환한다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에너지 총량</a:t>
            </a:r>
            <a:r>
              <a:rPr lang="en-US" altLang="ko-KR" dirty="0"/>
              <a:t>: 200</a:t>
            </a:r>
          </a:p>
        </p:txBody>
      </p:sp>
    </p:spTree>
    <p:extLst>
      <p:ext uri="{BB962C8B-B14F-4D97-AF65-F5344CB8AC3E}">
        <p14:creationId xmlns:p14="http://schemas.microsoft.com/office/powerpoint/2010/main" val="1715722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ED6E2-7590-97EF-296D-121817934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98C99F-F867-942D-3FC5-CD70A713E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-190123"/>
            <a:ext cx="3932237" cy="1600200"/>
          </a:xfrm>
        </p:spPr>
        <p:txBody>
          <a:bodyPr/>
          <a:lstStyle/>
          <a:p>
            <a:r>
              <a:rPr lang="ko-KR" altLang="en-US" dirty="0"/>
              <a:t>차지 스킬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DF61CA4-AF00-0278-D536-62187CED9A01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286AF7-191C-AECA-21A6-843E9E802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1" y="1518443"/>
            <a:ext cx="3932237" cy="3811588"/>
          </a:xfrm>
        </p:spPr>
        <p:txBody>
          <a:bodyPr/>
          <a:lstStyle/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설명</a:t>
            </a:r>
            <a:r>
              <a:rPr lang="en-US" altLang="ko-KR" dirty="0"/>
              <a:t>:.</a:t>
            </a:r>
          </a:p>
          <a:p>
            <a:r>
              <a:rPr lang="ko-KR" altLang="en-US" dirty="0"/>
              <a:t>상세</a:t>
            </a:r>
            <a:r>
              <a:rPr lang="en-US" altLang="ko-KR" dirty="0"/>
              <a:t>:.</a:t>
            </a:r>
          </a:p>
          <a:p>
            <a:r>
              <a:rPr lang="ko-KR" altLang="en-US" dirty="0"/>
              <a:t>에너지 총량</a:t>
            </a:r>
            <a:r>
              <a:rPr lang="en-US" altLang="ko-K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634884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7B4E5-0007-4B9C-6394-9A98F7D1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62796-F2B4-B3C9-8393-0DC635CEB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-190123"/>
            <a:ext cx="3932237" cy="1600200"/>
          </a:xfrm>
        </p:spPr>
        <p:txBody>
          <a:bodyPr/>
          <a:lstStyle/>
          <a:p>
            <a:r>
              <a:rPr lang="ko-KR" altLang="en-US" dirty="0"/>
              <a:t>차지 스킬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BB491B-CCE9-6CF0-4183-831FA4DCB26D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F17582-149F-29DE-7445-70965400C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1" y="1518443"/>
            <a:ext cx="3932237" cy="3811588"/>
          </a:xfrm>
        </p:spPr>
        <p:txBody>
          <a:bodyPr/>
          <a:lstStyle/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설명</a:t>
            </a:r>
            <a:r>
              <a:rPr lang="en-US" altLang="ko-KR" dirty="0"/>
              <a:t>:.</a:t>
            </a:r>
          </a:p>
          <a:p>
            <a:r>
              <a:rPr lang="ko-KR" altLang="en-US" dirty="0"/>
              <a:t>상세</a:t>
            </a:r>
            <a:r>
              <a:rPr lang="en-US" altLang="ko-KR" dirty="0"/>
              <a:t>:.</a:t>
            </a:r>
          </a:p>
          <a:p>
            <a:r>
              <a:rPr lang="ko-KR" altLang="en-US" dirty="0"/>
              <a:t>에너지 총량</a:t>
            </a:r>
            <a:r>
              <a:rPr lang="en-US" altLang="ko-K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88249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F9027-68E1-DEAA-390C-D60210CAF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DE1932-E80E-8128-DFE9-BF449EFC9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-190123"/>
            <a:ext cx="3932237" cy="1600200"/>
          </a:xfrm>
        </p:spPr>
        <p:txBody>
          <a:bodyPr/>
          <a:lstStyle/>
          <a:p>
            <a:r>
              <a:rPr lang="ko-KR" altLang="en-US" dirty="0"/>
              <a:t>차지 스킬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C7AC61-9682-AB6B-BD09-0EF5DF1F7328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60B1682-87B9-DDD4-24CA-760026880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1" y="1518443"/>
            <a:ext cx="3932237" cy="3811588"/>
          </a:xfrm>
        </p:spPr>
        <p:txBody>
          <a:bodyPr/>
          <a:lstStyle/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설명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상세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에너지 총량</a:t>
            </a:r>
            <a:r>
              <a:rPr lang="en-US" altLang="ko-KR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980619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C37B5-7645-8591-0E0A-7F61F1E33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18BB2-017C-9D5A-7C6C-4C0F8B07D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장애물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400F41-84F7-05F1-D003-7E03621CE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정의 및 기획 의도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종류</a:t>
            </a:r>
          </a:p>
        </p:txBody>
      </p:sp>
    </p:spTree>
    <p:extLst>
      <p:ext uri="{BB962C8B-B14F-4D97-AF65-F5344CB8AC3E}">
        <p14:creationId xmlns:p14="http://schemas.microsoft.com/office/powerpoint/2010/main" val="3554239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046B-8C8D-27D1-9823-82F4B8072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BE613-48F8-AD26-59F1-2A87C414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정의 및 기획의도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DA0C18-1F10-6A5F-8E68-A698818A6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2493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1E8C8-AA23-03FB-1EB4-3E04288F4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D63F5-B31E-821D-083C-1058ADEA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장애물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76E53C-A7D7-154F-8BBF-EBB959CBCA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정의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: </a:t>
            </a:r>
            <a:r>
              <a:rPr lang="ko-KR" altLang="en-US" sz="1800" dirty="0"/>
              <a:t>플레이어의 이동을 방해 하거나 데미지를 </a:t>
            </a:r>
            <a:r>
              <a:rPr lang="ko-KR" altLang="en-US" sz="1800" dirty="0" err="1"/>
              <a:t>입히</a:t>
            </a:r>
            <a:r>
              <a:rPr lang="ko-KR" altLang="en-US" sz="1800" dirty="0"/>
              <a:t>         </a:t>
            </a:r>
            <a:r>
              <a:rPr lang="en-US" altLang="ko-KR" sz="1800" dirty="0"/>
              <a:t> </a:t>
            </a:r>
            <a:r>
              <a:rPr lang="ko-KR" altLang="en-US" sz="1800" dirty="0"/>
              <a:t>는 모든 구조물이다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r>
              <a:rPr lang="en-US" altLang="ko-KR" sz="1800" dirty="0"/>
              <a:t>  </a:t>
            </a:r>
            <a:r>
              <a:rPr lang="ko-KR" altLang="en-US" sz="1800" dirty="0"/>
              <a:t>장애물은 웨이브 시작 전 미리 배치되며 시작 후 장애물의 로직이 실행된다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r>
              <a:rPr lang="ko-KR" altLang="en-US" sz="1800" dirty="0"/>
              <a:t>모든 장애물은 처음 등장하는 웨이브가 정해져 있으며 해당 웨이브 이후 스테이지에는 무조건 </a:t>
            </a:r>
            <a:r>
              <a:rPr lang="en-US" altLang="ko-KR" sz="1800" dirty="0"/>
              <a:t>1</a:t>
            </a:r>
            <a:r>
              <a:rPr lang="ko-KR" altLang="en-US" sz="1800" dirty="0"/>
              <a:t>개 이상의 장애물이 등장한다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B8D67C-BF7B-F21D-AE65-FBF74387F9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기획 의도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sz="1800" dirty="0"/>
              <a:t>: </a:t>
            </a:r>
            <a:r>
              <a:rPr lang="ko-KR" altLang="en-US" sz="1800" dirty="0"/>
              <a:t>게임 전체의 난이도 조절과 레벨 디자인 시 플레이어 동선 제한을 위해 기획하였다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r>
              <a:rPr lang="ko-KR" altLang="en-US" sz="1800" dirty="0"/>
              <a:t>  또한 플레이어에게 같은 맵 에서 적만 처치하는 단순한 플레이 루프만이 아닌 플레이 경험의 다양성이 필요했기 때문에 기획했다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0781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7253E-EBDA-368C-C2A7-BED8E96CB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8652D2-7CF2-DBFF-C791-58C470331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BAB61F-C10C-AA35-7C85-7ADD5ABB1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1760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D17F8-0FA8-9079-8F5A-7E57C3DC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18DF9A-DD20-0462-C99F-14B896FA7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-104115"/>
            <a:ext cx="3932237" cy="1600200"/>
          </a:xfrm>
        </p:spPr>
        <p:txBody>
          <a:bodyPr/>
          <a:lstStyle/>
          <a:p>
            <a:r>
              <a:rPr lang="ko-KR" altLang="en-US" dirty="0"/>
              <a:t>장애물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1249F0A-3F3E-053E-A768-6F429F5695C2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C5E4348-865D-A900-AA93-DE6064B91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631886"/>
            <a:ext cx="3932237" cy="4229163"/>
          </a:xfrm>
        </p:spPr>
        <p:txBody>
          <a:bodyPr>
            <a:normAutofit/>
          </a:bodyPr>
          <a:lstStyle/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/>
              <a:t>전깃줄</a:t>
            </a:r>
            <a:endParaRPr lang="en-US" altLang="ko-KR" dirty="0"/>
          </a:p>
          <a:p>
            <a:r>
              <a:rPr lang="ko-KR" altLang="en-US" dirty="0"/>
              <a:t>설명</a:t>
            </a:r>
            <a:r>
              <a:rPr lang="en-US" altLang="ko-KR" dirty="0"/>
              <a:t>: </a:t>
            </a:r>
            <a:r>
              <a:rPr lang="ko-KR" altLang="en-US" dirty="0"/>
              <a:t>두 오브젝트를 잇는 직선의 전깃줄을 생성한다</a:t>
            </a:r>
            <a:endParaRPr lang="en-US" altLang="ko-KR" dirty="0"/>
          </a:p>
          <a:p>
            <a:r>
              <a:rPr lang="ko-KR" altLang="en-US" dirty="0"/>
              <a:t>상세</a:t>
            </a:r>
            <a:r>
              <a:rPr lang="en-US" altLang="ko-KR" dirty="0"/>
              <a:t>: </a:t>
            </a:r>
            <a:r>
              <a:rPr lang="ko-KR" altLang="en-US" dirty="0"/>
              <a:t>플레이어가 전깃줄에 피격될 때마다 </a:t>
            </a:r>
            <a:r>
              <a:rPr lang="en-US" altLang="ko-KR" dirty="0"/>
              <a:t>3</a:t>
            </a:r>
            <a:r>
              <a:rPr lang="ko-KR" altLang="en-US" dirty="0"/>
              <a:t>의 데미지를 입는다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판정</a:t>
            </a:r>
            <a:r>
              <a:rPr lang="en-US" altLang="ko-KR" dirty="0"/>
              <a:t>: </a:t>
            </a:r>
            <a:r>
              <a:rPr lang="ko-KR" altLang="en-US" dirty="0"/>
              <a:t>기본</a:t>
            </a:r>
            <a:r>
              <a:rPr lang="en-US" altLang="ko-KR" dirty="0"/>
              <a:t>, </a:t>
            </a:r>
            <a:r>
              <a:rPr lang="ko-KR" altLang="en-US" dirty="0"/>
              <a:t>피격 </a:t>
            </a:r>
            <a:r>
              <a:rPr lang="en-US" altLang="ko-KR" dirty="0"/>
              <a:t>, </a:t>
            </a:r>
            <a:r>
              <a:rPr lang="ko-KR" altLang="en-US" dirty="0"/>
              <a:t>탈출의 세 가지 상태로 </a:t>
            </a:r>
            <a:endParaRPr lang="en-US" altLang="ko-KR" dirty="0"/>
          </a:p>
          <a:p>
            <a:r>
              <a:rPr lang="ko-KR" altLang="en-US" dirty="0"/>
              <a:t>나누어 판정하며 피격 상태에서 </a:t>
            </a:r>
            <a:r>
              <a:rPr lang="en-US" altLang="ko-KR" dirty="0"/>
              <a:t>0.5</a:t>
            </a:r>
            <a:r>
              <a:rPr lang="ko-KR" altLang="en-US" dirty="0"/>
              <a:t>초간 전깃줄의 범위에 머무르면 피격 상태가 초기화 되어 다시 데미지를 입는다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80687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779C8-7B1C-B3C1-EEA2-C27E61F72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FFBD1-F0CC-D8B6-7D78-97A48E43F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-104115"/>
            <a:ext cx="3932237" cy="1600200"/>
          </a:xfrm>
        </p:spPr>
        <p:txBody>
          <a:bodyPr/>
          <a:lstStyle/>
          <a:p>
            <a:r>
              <a:rPr lang="ko-KR" altLang="en-US" dirty="0"/>
              <a:t>장애물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E049CA-20F9-99BF-ABA3-8EFF81F67AB6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956618-F0D9-45BF-1E89-A4AFE1578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631886"/>
            <a:ext cx="3932237" cy="4229163"/>
          </a:xfrm>
        </p:spPr>
        <p:txBody>
          <a:bodyPr>
            <a:normAutofit/>
          </a:bodyPr>
          <a:lstStyle/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/>
              <a:t>지뢰</a:t>
            </a:r>
            <a:endParaRPr lang="en-US" altLang="ko-KR" dirty="0"/>
          </a:p>
          <a:p>
            <a:r>
              <a:rPr lang="ko-KR" altLang="en-US" dirty="0"/>
              <a:t>설명</a:t>
            </a:r>
            <a:r>
              <a:rPr lang="en-US" altLang="ko-KR" dirty="0"/>
              <a:t>: </a:t>
            </a:r>
            <a:r>
              <a:rPr lang="ko-KR" altLang="en-US" dirty="0"/>
              <a:t>바닥에 깔려 있는 폭탄이다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상세</a:t>
            </a:r>
            <a:r>
              <a:rPr lang="en-US" altLang="ko-KR" dirty="0"/>
              <a:t>: </a:t>
            </a:r>
            <a:r>
              <a:rPr lang="ko-KR" altLang="en-US" dirty="0"/>
              <a:t>플레이어가 밟은 시점부터 </a:t>
            </a:r>
            <a:r>
              <a:rPr lang="en-US" altLang="ko-KR" dirty="0"/>
              <a:t>1</a:t>
            </a:r>
            <a:r>
              <a:rPr lang="ko-KR" altLang="en-US" dirty="0"/>
              <a:t>초 후 폭발하여 한 칸 범위에 </a:t>
            </a:r>
            <a:r>
              <a:rPr lang="en-US" altLang="ko-KR" dirty="0"/>
              <a:t>n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데미지를 입힌다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748758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6E5AB-01C2-CACC-529D-DC4E835D2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1A6F43-10F1-4CC5-E521-0FBEBBD50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-104115"/>
            <a:ext cx="3932237" cy="1600200"/>
          </a:xfrm>
        </p:spPr>
        <p:txBody>
          <a:bodyPr/>
          <a:lstStyle/>
          <a:p>
            <a:r>
              <a:rPr lang="ko-KR" altLang="en-US" dirty="0"/>
              <a:t>장애물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02FC4F-F822-096A-928D-A7B9740A9E1B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D81932-FDDA-0333-B9FF-AD09AF01A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631886"/>
            <a:ext cx="3932237" cy="4229163"/>
          </a:xfrm>
        </p:spPr>
        <p:txBody>
          <a:bodyPr>
            <a:normAutofit/>
          </a:bodyPr>
          <a:lstStyle/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  <a:r>
              <a:rPr lang="ko-KR" altLang="en-US" dirty="0"/>
              <a:t>데이터 폭풍</a:t>
            </a:r>
            <a:endParaRPr lang="en-US" altLang="ko-KR" dirty="0"/>
          </a:p>
          <a:p>
            <a:r>
              <a:rPr lang="ko-KR" altLang="en-US" dirty="0"/>
              <a:t>설명</a:t>
            </a:r>
            <a:r>
              <a:rPr lang="en-US" altLang="ko-KR" dirty="0"/>
              <a:t>: </a:t>
            </a:r>
            <a:r>
              <a:rPr lang="ko-KR" altLang="en-US" dirty="0"/>
              <a:t>플레이어의 이동속도를 감소 시키는 회오리 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상세</a:t>
            </a:r>
            <a:r>
              <a:rPr lang="en-US" altLang="ko-KR" dirty="0"/>
              <a:t>: </a:t>
            </a:r>
            <a:r>
              <a:rPr lang="ko-KR" altLang="en-US" dirty="0"/>
              <a:t>플레이어가 회오리를 기준으로 반경 </a:t>
            </a:r>
            <a:r>
              <a:rPr lang="en-US" altLang="ko-KR" dirty="0"/>
              <a:t>2</a:t>
            </a:r>
            <a:r>
              <a:rPr lang="ko-KR" altLang="en-US" dirty="0"/>
              <a:t>만큼의 원형 범위안에 진입 시 이동속도가 </a:t>
            </a:r>
            <a:r>
              <a:rPr lang="en-US" altLang="ko-KR" dirty="0"/>
              <a:t>20% </a:t>
            </a:r>
            <a:r>
              <a:rPr lang="ko-KR" altLang="en-US" dirty="0"/>
              <a:t>만큼 감소한다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40297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9D9D5-6991-3F97-E614-B52D817B3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BA99AF-5CA9-B0C2-2958-C456C0F3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-104115"/>
            <a:ext cx="3932237" cy="1600200"/>
          </a:xfrm>
        </p:spPr>
        <p:txBody>
          <a:bodyPr/>
          <a:lstStyle/>
          <a:p>
            <a:r>
              <a:rPr lang="ko-KR" altLang="en-US" dirty="0"/>
              <a:t>장애물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BE312A2-8E3B-9B49-66CB-E9E3EADFA344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C6DE4DD-BFF2-A6DA-8ECC-4C84F62E5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631886"/>
            <a:ext cx="3932237" cy="4229163"/>
          </a:xfrm>
        </p:spPr>
        <p:txBody>
          <a:bodyPr>
            <a:normAutofit/>
          </a:bodyPr>
          <a:lstStyle/>
          <a:p>
            <a:r>
              <a:rPr lang="ko-KR" altLang="en-US" dirty="0"/>
              <a:t>이름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설명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상세</a:t>
            </a:r>
            <a:r>
              <a:rPr lang="en-US" altLang="ko-KR" dirty="0"/>
              <a:t>:  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619310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AADB3-554B-0A8B-239B-3682195ED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F6B54-934F-12DC-090E-D02717FBE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돌발 이벤트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4CC40C-9909-1338-573F-193586B60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정의</a:t>
            </a:r>
            <a:r>
              <a:rPr lang="en-US" altLang="ko-KR" dirty="0"/>
              <a:t> </a:t>
            </a:r>
            <a:r>
              <a:rPr lang="ko-KR" altLang="en-US" dirty="0"/>
              <a:t>및 역할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종류</a:t>
            </a:r>
          </a:p>
        </p:txBody>
      </p:sp>
    </p:spTree>
    <p:extLst>
      <p:ext uri="{BB962C8B-B14F-4D97-AF65-F5344CB8AC3E}">
        <p14:creationId xmlns:p14="http://schemas.microsoft.com/office/powerpoint/2010/main" val="1890312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E5139-A64E-B4EC-8F4F-30D71EB8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791ED-E8DB-32C7-4E6C-6C8AA68AB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정의 및 역할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35CB1B-0324-6216-D5DD-B153EEFF7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9758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D33D8-6959-6300-36D3-417021D8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D6AAA6-1148-8266-068B-98E438222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AB1F32-67ED-4823-5D67-B35FE1CD5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76154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73989-157F-F1C1-895B-2BAA2B24B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16F633-4298-46F6-DA1E-CC738632B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보스 전투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B84049-84BA-4965-BFFB-064BC3F3E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- </a:t>
            </a:r>
            <a:r>
              <a:rPr lang="ko-KR" altLang="en-US" dirty="0"/>
              <a:t>정의</a:t>
            </a:r>
            <a:r>
              <a:rPr lang="en-US" altLang="ko-KR" dirty="0"/>
              <a:t> </a:t>
            </a:r>
            <a:r>
              <a:rPr lang="ko-KR" altLang="en-US" dirty="0"/>
              <a:t>및 기획의도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종류</a:t>
            </a:r>
          </a:p>
        </p:txBody>
      </p:sp>
    </p:spTree>
    <p:extLst>
      <p:ext uri="{BB962C8B-B14F-4D97-AF65-F5344CB8AC3E}">
        <p14:creationId xmlns:p14="http://schemas.microsoft.com/office/powerpoint/2010/main" val="32100019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D88BD-AE8F-D7A8-5675-50AC4B8C1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D7B2A-6DB3-7363-41A5-93B01323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정의 및 기획의도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3BF301-E6E5-4726-7829-4AF9E9A8F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02685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59626-3D0C-0C97-0C04-01BEA0448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5D917-354E-E01F-D5CE-1E8329D65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종류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248403-2F7E-8AC3-8A19-096BFD451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7215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634</Words>
  <Application>Microsoft Office PowerPoint</Application>
  <PresentationFormat>와이드스크린</PresentationFormat>
  <Paragraphs>118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맑은 고딕</vt:lpstr>
      <vt:lpstr>Arial</vt:lpstr>
      <vt:lpstr>Office 테마</vt:lpstr>
      <vt:lpstr>컨텐츠 기획서</vt:lpstr>
      <vt:lpstr>목차</vt:lpstr>
      <vt:lpstr>스킬</vt:lpstr>
      <vt:lpstr>스킬</vt:lpstr>
      <vt:lpstr>스킬 플로우 차트</vt:lpstr>
      <vt:lpstr>일반 스킬</vt:lpstr>
      <vt:lpstr>일반 스킬 - 근거리</vt:lpstr>
      <vt:lpstr>일반 스킬 - 원거리</vt:lpstr>
      <vt:lpstr>차지 스킬</vt:lpstr>
      <vt:lpstr>차지 스킬</vt:lpstr>
      <vt:lpstr>차지 스킬</vt:lpstr>
      <vt:lpstr>차지 스킬</vt:lpstr>
      <vt:lpstr>차지 스킬</vt:lpstr>
      <vt:lpstr>차지 스킬</vt:lpstr>
      <vt:lpstr>장애물</vt:lpstr>
      <vt:lpstr>정의 및 기획의도</vt:lpstr>
      <vt:lpstr>장애물</vt:lpstr>
      <vt:lpstr>종류</vt:lpstr>
      <vt:lpstr>장애물</vt:lpstr>
      <vt:lpstr>장애물</vt:lpstr>
      <vt:lpstr>장애물</vt:lpstr>
      <vt:lpstr>장애물</vt:lpstr>
      <vt:lpstr>돌발 이벤트</vt:lpstr>
      <vt:lpstr>정의 및 역할</vt:lpstr>
      <vt:lpstr>종류</vt:lpstr>
      <vt:lpstr>보스 전투</vt:lpstr>
      <vt:lpstr>정의 및 기획의도</vt:lpstr>
      <vt:lpstr>종류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김민성</dc:creator>
  <cp:lastModifiedBy>김민성</cp:lastModifiedBy>
  <cp:revision>35</cp:revision>
  <dcterms:created xsi:type="dcterms:W3CDTF">2025-11-10T08:22:34Z</dcterms:created>
  <dcterms:modified xsi:type="dcterms:W3CDTF">2025-11-10T13:59:09Z</dcterms:modified>
</cp:coreProperties>
</file>